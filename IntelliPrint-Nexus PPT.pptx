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9"/>
  </p:notesMasterIdLst>
  <p:sldIdLst>
    <p:sldId id="483" r:id="rId2"/>
    <p:sldId id="484" r:id="rId3"/>
    <p:sldId id="470" r:id="rId4"/>
    <p:sldId id="488" r:id="rId5"/>
    <p:sldId id="490" r:id="rId6"/>
    <p:sldId id="478" r:id="rId7"/>
    <p:sldId id="482" r:id="rId8"/>
    <p:sldId id="486" r:id="rId9"/>
    <p:sldId id="491" r:id="rId10"/>
    <p:sldId id="492" r:id="rId11"/>
    <p:sldId id="493" r:id="rId12"/>
    <p:sldId id="485" r:id="rId13"/>
    <p:sldId id="494" r:id="rId14"/>
    <p:sldId id="495" r:id="rId15"/>
    <p:sldId id="487" r:id="rId16"/>
    <p:sldId id="473" r:id="rId17"/>
    <p:sldId id="468" r:id="rId18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A7118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434" autoAdjust="0"/>
  </p:normalViewPr>
  <p:slideViewPr>
    <p:cSldViewPr snapToGrid="0">
      <p:cViewPr>
        <p:scale>
          <a:sx n="80" d="100"/>
          <a:sy n="80" d="100"/>
        </p:scale>
        <p:origin x="38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427694" y="1690689"/>
            <a:ext cx="5611975" cy="257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US" sz="2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</a:p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Vineetha B</a:t>
            </a: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Senthil Kumar H</a:t>
            </a: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US" sz="2400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</a:pPr>
            <a:endParaRPr lang="en-US" sz="32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2331" y="3926709"/>
            <a:ext cx="1200987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/>
              <a:t>Dr. Asif Mohamed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R.Balakrishnan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13012" y="-1"/>
            <a:ext cx="10515600" cy="192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 dirty="0"/>
              <a:t>AI Centre of Excellence (Accelerated by NVIDIA)</a:t>
            </a:r>
          </a:p>
          <a:p>
            <a:pPr algn="ctr"/>
            <a:r>
              <a:rPr lang="en-IN" sz="2400" dirty="0" err="1"/>
              <a:t>IntelliPrint</a:t>
            </a:r>
            <a:r>
              <a:rPr lang="en-IN" sz="2400" dirty="0"/>
              <a:t> Nexus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70712"/>
              </p:ext>
            </p:extLst>
          </p:nvPr>
        </p:nvGraphicFramePr>
        <p:xfrm>
          <a:off x="601909" y="1812814"/>
          <a:ext cx="4884491" cy="175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438971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43897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Sufiyan Sameer Shaikh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43897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20241CSE1091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43897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76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4600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sz="4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1156447"/>
            <a:ext cx="10668000" cy="404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AI Centre of Excellence – Internship Overview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Existing System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3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IntelliPrint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Nexus Solution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AI Architecture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Technology Stack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Results, Dashboards &amp; Performance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Conclusion</a:t>
            </a:r>
            <a:endParaRPr lang="en-IN" sz="23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71825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Centre of Excellence (Accelerated by NVIDIA)         </a:t>
            </a:r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Presidency University | NVIDIA | H200 GPU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55EE75-B2B6-89C1-C97D-7D47E9321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1707" y="1293579"/>
            <a:ext cx="6078070" cy="39964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The </a:t>
            </a:r>
            <a:r>
              <a:rPr lang="en-IN" sz="2000" b="1" dirty="0"/>
              <a:t>AI Centre of Excellence (Accelerated by NVIDIA)</a:t>
            </a:r>
            <a:r>
              <a:rPr lang="en-IN" sz="2000" dirty="0"/>
              <a:t> at </a:t>
            </a:r>
            <a:r>
              <a:rPr lang="en-IN" sz="2000" b="1" dirty="0"/>
              <a:t>Presidency University</a:t>
            </a:r>
            <a:r>
              <a:rPr lang="en-IN" sz="2000" dirty="0"/>
              <a:t> is an advanced research and innovation hub established to promote </a:t>
            </a:r>
            <a:r>
              <a:rPr lang="en-IN" sz="2000" b="1" dirty="0"/>
              <a:t>Artificial Intelligence (AI), Machine Learning (ML), Deep Learning (DL), GPU Computing, and High-Performance Computing (HPC)</a:t>
            </a:r>
            <a:r>
              <a:rPr lang="en-IN" sz="2000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The centre provides students with industry-oriented training, hands-on GPU laboratories, and real-world project development opportunities using NVIDIA technologies. It aims to bridge the gap between academic learning and industrial AI applications through practical exposure and innovation-driven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BF04430-E9E5-111A-0EBE-A104DCC78E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096000" y="1293578"/>
            <a:ext cx="5894293" cy="38431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544E32DF-D5CC-B0D3-305A-86EA3A9FE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66" y="-133696"/>
            <a:ext cx="10515600" cy="930275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Technical Competencies Acquired During Internship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4FFD9-5229-E277-1E8D-4AB39621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5F4C-44D2-4F45-A0AC-21646A9D27BF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03BC7-B45D-9D58-CC0D-ECF386FD0E0C}"/>
              </a:ext>
            </a:extLst>
          </p:cNvPr>
          <p:cNvSpPr txBox="1"/>
          <p:nvPr/>
        </p:nvSpPr>
        <p:spPr>
          <a:xfrm>
            <a:off x="6606674" y="59211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CORE LEARNING DOMAINS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C3D1CA-DBFE-EC1D-CF4A-9F087569BC3F}"/>
              </a:ext>
            </a:extLst>
          </p:cNvPr>
          <p:cNvSpPr txBox="1"/>
          <p:nvPr/>
        </p:nvSpPr>
        <p:spPr>
          <a:xfrm>
            <a:off x="790146" y="1188970"/>
            <a:ext cx="5893061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🐍 Python →🧠 TensorFlow →👁 OpenCV → ⚡CUDA</a:t>
            </a:r>
          </a:p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        ↓</a:t>
            </a:r>
          </a:p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🌐 </a:t>
            </a:r>
            <a:r>
              <a:rPr lang="en-IN" b="1" dirty="0" err="1">
                <a:solidFill>
                  <a:schemeClr val="accent5">
                    <a:lumMod val="75000"/>
                  </a:schemeClr>
                </a:solidFill>
              </a:rPr>
              <a:t>Streamlit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 →🗄SQLite → 🔗GitHub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5942BB-0394-68AF-8887-4571B340EE18}"/>
              </a:ext>
            </a:extLst>
          </p:cNvPr>
          <p:cNvSpPr txBox="1"/>
          <p:nvPr/>
        </p:nvSpPr>
        <p:spPr>
          <a:xfrm>
            <a:off x="713612" y="62261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TECHNOLOGY ECOSYSTEM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EA014C-DADC-437C-02B7-A44A84688555}"/>
              </a:ext>
            </a:extLst>
          </p:cNvPr>
          <p:cNvSpPr txBox="1"/>
          <p:nvPr/>
        </p:nvSpPr>
        <p:spPr>
          <a:xfrm>
            <a:off x="713612" y="2658455"/>
            <a:ext cx="1132532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Internship Outcome</a:t>
            </a:r>
          </a:p>
          <a:p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Built expertise in AI, Deep Learning, Computer Vision, GPU Computing and Full-Stack Development.</a:t>
            </a:r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8A362-C0A8-7F71-A115-BDBA1E4BC077}"/>
              </a:ext>
            </a:extLst>
          </p:cNvPr>
          <p:cNvSpPr txBox="1"/>
          <p:nvPr/>
        </p:nvSpPr>
        <p:spPr>
          <a:xfrm>
            <a:off x="713612" y="3711803"/>
            <a:ext cx="11325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 Successfully developed </a:t>
            </a:r>
            <a:r>
              <a:rPr lang="en-IN" b="1" dirty="0" err="1"/>
              <a:t>IntelliPrint</a:t>
            </a:r>
            <a:r>
              <a:rPr lang="en-IN" b="1" dirty="0"/>
              <a:t> Nexus by integrating  AI, intelligent queue optimization </a:t>
            </a:r>
            <a:r>
              <a:rPr lang="en-IN" dirty="0"/>
              <a:t>and </a:t>
            </a:r>
            <a:r>
              <a:rPr lang="en-IN" b="1" dirty="0"/>
              <a:t>smart printer management.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FFA71D9-F84E-D255-AED2-3907AD7F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" t="14681" r="8983" b="18551"/>
          <a:stretch>
            <a:fillRect/>
          </a:stretch>
        </p:blipFill>
        <p:spPr>
          <a:xfrm>
            <a:off x="6606674" y="1057548"/>
            <a:ext cx="5249832" cy="173080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B75B6A7-AD86-9CC4-9402-8E93FAEFDEFF}"/>
              </a:ext>
            </a:extLst>
          </p:cNvPr>
          <p:cNvSpPr txBox="1"/>
          <p:nvPr/>
        </p:nvSpPr>
        <p:spPr>
          <a:xfrm>
            <a:off x="713612" y="4350668"/>
            <a:ext cx="11478388" cy="924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Hands-on Experience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✔ </a:t>
            </a:r>
            <a:r>
              <a:rPr lang="en-IN" b="1" dirty="0"/>
              <a:t>Developed GPU-accelerated Computer Vision applications</a:t>
            </a:r>
            <a:r>
              <a:rPr lang="en-IN" dirty="0"/>
              <a:t> using TensorFlow, OpenCV, and NVIDIA H200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601696568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607BCF-CA7B-6DDB-630E-9906D6C8C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85" y="462519"/>
            <a:ext cx="11347429" cy="63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57765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446855"/>
            <a:ext cx="10515600" cy="461626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/>
              <a:t>Problem Statement &amp; Existing System</a:t>
            </a:r>
          </a:p>
          <a:p>
            <a:pPr marL="0" indent="0" algn="just">
              <a:buNone/>
            </a:pPr>
            <a:r>
              <a:rPr lang="en-IN" sz="1600" dirty="0"/>
              <a:t>      ✔ Students experience </a:t>
            </a:r>
            <a:r>
              <a:rPr lang="en-IN" sz="1600" b="1" dirty="0"/>
              <a:t>long waiting queues</a:t>
            </a:r>
            <a:r>
              <a:rPr lang="en-IN" sz="1600" dirty="0"/>
              <a:t> during class breaks, examination periods, and assignment submissions.</a:t>
            </a:r>
          </a:p>
          <a:p>
            <a:pPr>
              <a:buNone/>
            </a:pPr>
            <a:r>
              <a:rPr lang="en-IN" sz="1600" dirty="0"/>
              <a:t>      ✔ Documents are shared manually through </a:t>
            </a:r>
            <a:r>
              <a:rPr lang="en-IN" sz="1600" b="1" dirty="0"/>
              <a:t>WhatsApp, email, USB drives, or pen drives</a:t>
            </a:r>
            <a:r>
              <a:rPr lang="en-IN" sz="1600" dirty="0"/>
              <a:t>, increasing processing time.</a:t>
            </a:r>
          </a:p>
          <a:p>
            <a:pPr>
              <a:buNone/>
            </a:pPr>
            <a:r>
              <a:rPr lang="en-IN" sz="1600" dirty="0"/>
              <a:t>      ✔ Shop owners manually configure </a:t>
            </a:r>
            <a:r>
              <a:rPr lang="en-IN" sz="1600" b="1" dirty="0"/>
              <a:t>print settings, printer selection, payment verification, and document handling</a:t>
            </a:r>
            <a:r>
              <a:rPr lang="en-IN" sz="1600" dirty="0"/>
              <a:t>,          causing delays and operational inefficiency.</a:t>
            </a:r>
          </a:p>
          <a:p>
            <a:pPr>
              <a:buNone/>
            </a:pPr>
            <a:r>
              <a:rPr lang="en-IN" sz="1600" dirty="0"/>
              <a:t>      ✔ The absence of </a:t>
            </a:r>
            <a:r>
              <a:rPr lang="en-IN" sz="1600" b="1" dirty="0"/>
              <a:t>AI-based queue optimization, intelligent printer allocation, and real-time job tracking</a:t>
            </a:r>
            <a:r>
              <a:rPr lang="en-IN" sz="1600" dirty="0"/>
              <a:t> results in poor   resource utilization and an unsatisfactory user experience.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/>
              <a:t>Major Challenges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A466F-8169-25A6-DFC2-51F769CF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" t="3108" r="1348" b="814"/>
          <a:stretch>
            <a:fillRect/>
          </a:stretch>
        </p:blipFill>
        <p:spPr>
          <a:xfrm>
            <a:off x="6197600" y="2754988"/>
            <a:ext cx="5810250" cy="303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564A46-CE65-856B-E593-060EED1C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3" t="3061" r="4385" b="2451"/>
          <a:stretch>
            <a:fillRect/>
          </a:stretch>
        </p:blipFill>
        <p:spPr>
          <a:xfrm>
            <a:off x="982786" y="3259722"/>
            <a:ext cx="4703639" cy="194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65191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984432"/>
            <a:ext cx="10515600" cy="348923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lang="en-IN" sz="2600" b="1" dirty="0"/>
              <a:t>Intelligent Campus Printing Solution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intelligent queue management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quality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AI-based analysis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document upload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management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print job tracking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notifications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printing efficiency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user experience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150" y="0"/>
            <a:ext cx="10515600" cy="819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</a:t>
            </a:r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Project Workflow</a:t>
            </a:r>
            <a:b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Proposed </a:t>
            </a:r>
            <a:r>
              <a:rPr lang="en-IN" sz="3200" b="1" dirty="0" err="1">
                <a:solidFill>
                  <a:schemeClr val="accent5">
                    <a:lumMod val="75000"/>
                  </a:schemeClr>
                </a:solidFill>
              </a:rPr>
              <a:t>IntelliPrint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 Nexus Solution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986" y="1001802"/>
            <a:ext cx="10515600" cy="5537110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Proposed </a:t>
            </a:r>
            <a:r>
              <a:rPr lang="en-IN" b="1" dirty="0" err="1"/>
              <a:t>IntelliPrint</a:t>
            </a:r>
            <a:r>
              <a:rPr lang="en-IN" b="1" dirty="0"/>
              <a:t> Nexus Workflow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2B0C0-2EE1-D19D-533B-485A65F5A269}"/>
              </a:ext>
            </a:extLst>
          </p:cNvPr>
          <p:cNvSpPr txBox="1"/>
          <p:nvPr/>
        </p:nvSpPr>
        <p:spPr>
          <a:xfrm>
            <a:off x="806776" y="129744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FEATURES</a:t>
            </a:r>
          </a:p>
          <a:p>
            <a:endParaRPr lang="en-IN" dirty="0"/>
          </a:p>
          <a:p>
            <a:r>
              <a:rPr lang="en-IN" dirty="0"/>
              <a:t>🤖 AI Document Analysis      ⏱ Queue Prediction</a:t>
            </a:r>
          </a:p>
          <a:p>
            <a:endParaRPr lang="en-IN" dirty="0"/>
          </a:p>
          <a:p>
            <a:r>
              <a:rPr lang="en-IN" dirty="0"/>
              <a:t>🖨 Smart Printer Allocation   💳 Secure Payment</a:t>
            </a:r>
          </a:p>
          <a:p>
            <a:endParaRPr lang="en-IN" dirty="0"/>
          </a:p>
          <a:p>
            <a:r>
              <a:rPr lang="en-IN" dirty="0"/>
              <a:t>📱 Real-Time Tracking             📄 QR Code Collection</a:t>
            </a:r>
          </a:p>
          <a:p>
            <a:endParaRPr lang="en-IN" dirty="0"/>
          </a:p>
          <a:p>
            <a:r>
              <a:rPr lang="en-IN" dirty="0"/>
              <a:t>📊 Admin Dashboard              ☁ Automated 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45A1B-7B63-C2F2-F2ED-11C35066DA6D}"/>
              </a:ext>
            </a:extLst>
          </p:cNvPr>
          <p:cNvSpPr txBox="1"/>
          <p:nvPr/>
        </p:nvSpPr>
        <p:spPr>
          <a:xfrm>
            <a:off x="671470" y="410184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 err="1"/>
              <a:t>IntelliPrint</a:t>
            </a:r>
            <a:r>
              <a:rPr lang="en-IN" b="1" dirty="0"/>
              <a:t> Nexus </a:t>
            </a:r>
            <a:r>
              <a:rPr lang="en-IN" dirty="0"/>
              <a:t>combines </a:t>
            </a:r>
            <a:r>
              <a:rPr lang="en-IN" b="1" dirty="0"/>
              <a:t>Artificial Intelligence, Machine Learning, Deep Learning, Computer Vision, and Full-Stack Development to deliver an intelligent, secure, and efficient campus printing ecosystem.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5E8510-B3A4-3BC3-5561-80191DFC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566" y="819239"/>
            <a:ext cx="4771291" cy="52195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E987-963D-038F-2E7E-877163FA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0724"/>
            <a:ext cx="10515600" cy="664063"/>
          </a:xfrm>
        </p:spPr>
        <p:txBody>
          <a:bodyPr/>
          <a:lstStyle/>
          <a:p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– System Architecture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A79D0-735D-78D0-EDA8-FAD2DFB7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E1198E7-0499-D9E3-70EF-2DD74510F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498124" y="958116"/>
            <a:ext cx="6693877" cy="47653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3E20AA-4F74-5EC7-4924-A8CA1F619180}"/>
              </a:ext>
            </a:extLst>
          </p:cNvPr>
          <p:cNvSpPr txBox="1"/>
          <p:nvPr/>
        </p:nvSpPr>
        <p:spPr>
          <a:xfrm>
            <a:off x="445478" y="12518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Architecture Components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B014D-43E3-A109-52B3-553C219A5B41}"/>
              </a:ext>
            </a:extLst>
          </p:cNvPr>
          <p:cNvSpPr txBox="1"/>
          <p:nvPr/>
        </p:nvSpPr>
        <p:spPr>
          <a:xfrm>
            <a:off x="445478" y="1916807"/>
            <a:ext cx="50526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User Layer (Students, Shop Owner &amp; Admin)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Application Layer (Authentication &amp; Dashboard)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AI &amp; Service Layer (Document Analysis &amp; Queue Prediction)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Data Layer (Database &amp; File Storage)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Print Management Layer (Queue &amp; Printer Services)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GPU Computing Layer (TensorFlow, CUDA &amp; NVIDIA H200)</a:t>
            </a:r>
          </a:p>
        </p:txBody>
      </p:sp>
    </p:spTree>
    <p:extLst>
      <p:ext uri="{BB962C8B-B14F-4D97-AF65-F5344CB8AC3E}">
        <p14:creationId xmlns:p14="http://schemas.microsoft.com/office/powerpoint/2010/main" val="1396941251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50D9-777D-F7BF-B608-23500348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3" y="164125"/>
            <a:ext cx="10515600" cy="606182"/>
          </a:xfrm>
        </p:spPr>
        <p:txBody>
          <a:bodyPr/>
          <a:lstStyle/>
          <a:p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– AI Processing</a:t>
            </a:r>
            <a:endParaRPr lang="en-IN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C2FD57-EC42-309B-449A-44D71FBE2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763566" y="606182"/>
            <a:ext cx="4883311" cy="53081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446B6-D491-2AF6-1305-1161816F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8A30B-96BF-626A-F2ED-F7419D2FA91A}"/>
              </a:ext>
            </a:extLst>
          </p:cNvPr>
          <p:cNvSpPr txBox="1"/>
          <p:nvPr/>
        </p:nvSpPr>
        <p:spPr>
          <a:xfrm>
            <a:off x="836247" y="1459064"/>
            <a:ext cx="5636195" cy="326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 Processing Steps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– CNN Model  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– Image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– Queue Prediction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/ </a:t>
            </a:r>
            <a:r>
              <a:rPr lang="en-IN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Waiting Time Estimation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CUDA – GPU Acceleration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– AI Workflow Integration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64113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DC4E-51DF-8B08-D8C6-519D7B04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8100"/>
            <a:ext cx="10515600" cy="738188"/>
          </a:xfrm>
        </p:spPr>
        <p:txBody>
          <a:bodyPr/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Technology Stack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AD843A-E950-A1E2-8BC0-4C2FEB645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619750" y="776288"/>
            <a:ext cx="6572250" cy="46093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DF18C-EC80-5FB6-AE35-27BB1C6B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56D8C-A292-2B4E-7407-7B6A58255402}"/>
              </a:ext>
            </a:extLst>
          </p:cNvPr>
          <p:cNvSpPr txBox="1"/>
          <p:nvPr/>
        </p:nvSpPr>
        <p:spPr>
          <a:xfrm>
            <a:off x="314325" y="776288"/>
            <a:ext cx="54387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Technology Stack Overview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Presentation Layer</a:t>
            </a:r>
            <a:r>
              <a:rPr lang="en-IN" dirty="0"/>
              <a:t> – Interactive web application developed using </a:t>
            </a:r>
            <a:r>
              <a:rPr lang="en-IN" b="1" dirty="0" err="1"/>
              <a:t>Streamlit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Application Layer</a:t>
            </a:r>
            <a:r>
              <a:rPr lang="en-IN" dirty="0"/>
              <a:t> – Core business logic implemented in </a:t>
            </a:r>
            <a:r>
              <a:rPr lang="en-IN" b="1" dirty="0"/>
              <a:t>Python</a:t>
            </a:r>
            <a:r>
              <a:rPr lang="en-IN" dirty="0"/>
              <a:t> with modular architecture.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AI &amp; Analytics Layer</a:t>
            </a:r>
            <a:r>
              <a:rPr lang="en-IN" dirty="0"/>
              <a:t> – </a:t>
            </a:r>
            <a:r>
              <a:rPr lang="en-IN" b="1" dirty="0"/>
              <a:t>TensorFlow, OpenCV, Scikit-learn, and </a:t>
            </a:r>
            <a:r>
              <a:rPr lang="en-IN" b="1" dirty="0" err="1"/>
              <a:t>XGBoost</a:t>
            </a:r>
            <a:r>
              <a:rPr lang="en-IN" dirty="0"/>
              <a:t> enable intelligent document analysis and queue optimization.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Data Layer</a:t>
            </a:r>
            <a:r>
              <a:rPr lang="en-IN" dirty="0"/>
              <a:t> – </a:t>
            </a:r>
            <a:r>
              <a:rPr lang="en-IN" b="1" dirty="0"/>
              <a:t>SQLite</a:t>
            </a:r>
            <a:r>
              <a:rPr lang="en-IN" dirty="0"/>
              <a:t> and </a:t>
            </a:r>
            <a:r>
              <a:rPr lang="en-IN" b="1" dirty="0" err="1"/>
              <a:t>SQLAlchemy</a:t>
            </a:r>
            <a:r>
              <a:rPr lang="en-IN" dirty="0"/>
              <a:t> provide secure and efficient database management.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Integration Layer</a:t>
            </a:r>
            <a:r>
              <a:rPr lang="en-IN" dirty="0"/>
              <a:t> – Supporting libraries facilitate </a:t>
            </a:r>
            <a:r>
              <a:rPr lang="en-IN" b="1" dirty="0"/>
              <a:t>QR generation, PDF creation, authentication, and printer communication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Infrastructure Layer</a:t>
            </a:r>
            <a:r>
              <a:rPr lang="en-IN" dirty="0"/>
              <a:t> – </a:t>
            </a:r>
            <a:r>
              <a:rPr lang="en-IN" b="1" dirty="0"/>
              <a:t>VS Code, GitHub, NVIDIA H200 GPU, and CUDA</a:t>
            </a:r>
            <a:r>
              <a:rPr lang="en-IN" dirty="0"/>
              <a:t> support efficient development, version control, and GPU-accelerated AI computing.</a:t>
            </a:r>
          </a:p>
        </p:txBody>
      </p:sp>
    </p:spTree>
    <p:extLst>
      <p:ext uri="{BB962C8B-B14F-4D97-AF65-F5344CB8AC3E}">
        <p14:creationId xmlns:p14="http://schemas.microsoft.com/office/powerpoint/2010/main" val="111611932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112" y="44768"/>
            <a:ext cx="10515600" cy="823912"/>
          </a:xfrm>
        </p:spPr>
        <p:txBody>
          <a:bodyPr/>
          <a:lstStyle/>
          <a:p>
            <a:r>
              <a:rPr lang="en-US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232AC7A-F0DB-C32F-5F28-7DBB33AD3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112" y="1183501"/>
            <a:ext cx="5157787" cy="492443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Landing Page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45FFCE7-33CA-0183-7BC2-852140A266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112" y="1709738"/>
            <a:ext cx="5360235" cy="327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2F6BCC-A087-7C4B-D053-F17E2A4B7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160780"/>
            <a:ext cx="5227304" cy="4924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Student Dashboard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19C8A57D-53B8-8C04-BBB6-185F3516D1C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096000" y="1709738"/>
            <a:ext cx="5183188" cy="327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6B051-F59A-54DD-80CB-4A928110B745}"/>
              </a:ext>
            </a:extLst>
          </p:cNvPr>
          <p:cNvSpPr txBox="1"/>
          <p:nvPr/>
        </p:nvSpPr>
        <p:spPr>
          <a:xfrm>
            <a:off x="704265" y="76850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/>
              <a:t>RESULTS &amp; SYSTEM DEMONSTRATION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07D6E5-6C0C-191E-B6AB-E60B36ACCBAB}"/>
              </a:ext>
            </a:extLst>
          </p:cNvPr>
          <p:cNvSpPr txBox="1"/>
          <p:nvPr/>
        </p:nvSpPr>
        <p:spPr>
          <a:xfrm>
            <a:off x="912812" y="4981074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Modern AI-Powered Campus Printing Interface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3E9226-6564-3307-2B78-A481F266E044}"/>
              </a:ext>
            </a:extLst>
          </p:cNvPr>
          <p:cNvSpPr txBox="1"/>
          <p:nvPr/>
        </p:nvSpPr>
        <p:spPr>
          <a:xfrm>
            <a:off x="6655885" y="4981074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Document Upload &amp; Print Management</a:t>
            </a:r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06942-DF96-D76E-0213-6158D0E1D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111" y="-206074"/>
            <a:ext cx="5157787" cy="82391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 Document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98FDC-DEDA-F862-DAAA-F7482AFF4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3199" y="-201847"/>
            <a:ext cx="5183188" cy="823912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Queue / Payment / QR Code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B3F91-2D97-954D-A912-24A24BD2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6C894-F542-45DE-85A4-2725CE92499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930A4F-C758-084C-C118-6A4CE7794B11}"/>
              </a:ext>
            </a:extLst>
          </p:cNvPr>
          <p:cNvSpPr txBox="1"/>
          <p:nvPr/>
        </p:nvSpPr>
        <p:spPr>
          <a:xfrm>
            <a:off x="6769102" y="4837575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Real-Time Queue Tracking &amp; Secure Print Collection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640282-1323-9164-0558-1F8B7FD3BEEF}"/>
              </a:ext>
            </a:extLst>
          </p:cNvPr>
          <p:cNvSpPr txBox="1"/>
          <p:nvPr/>
        </p:nvSpPr>
        <p:spPr>
          <a:xfrm>
            <a:off x="736599" y="4837575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CNN-Based Document Quality Assessment</a:t>
            </a:r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D9A5ADFD-C04C-322C-D365-5C361E1C819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 bwMode="auto">
          <a:xfrm>
            <a:off x="6388768" y="822590"/>
            <a:ext cx="5631449" cy="392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791E28-9315-4A2C-7D01-343B623FF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83" y="822589"/>
            <a:ext cx="5924218" cy="392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67187"/>
      </p:ext>
    </p:ext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1D7EC-E1B8-7D5D-16D3-65AC22C81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700" y="76200"/>
            <a:ext cx="5157787" cy="67151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QR Based Document Pickup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2022D-97A0-C6AA-E356-13EEBBC38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19006" y="76200"/>
            <a:ext cx="5183188" cy="671512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Super Admin Dashboard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E77B0-DD67-3291-6344-F31F69AE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6C894-F542-45DE-85A4-2725CE92499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22303-73A5-1DD7-53EC-2AA11DFFBFD5}"/>
              </a:ext>
            </a:extLst>
          </p:cNvPr>
          <p:cNvSpPr txBox="1"/>
          <p:nvPr/>
        </p:nvSpPr>
        <p:spPr>
          <a:xfrm>
            <a:off x="368300" y="47318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b="1" dirty="0">
                <a:solidFill>
                  <a:prstClr val="black"/>
                </a:solidFill>
              </a:rPr>
              <a:t>Unique QR Or Pickup ID Based Document Collecting</a:t>
            </a:r>
            <a:endParaRPr lang="en-IN" b="1" dirty="0">
              <a:solidFill>
                <a:prstClr val="black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32E14D-9EE4-AAC6-6834-C6E16EB80CF6}"/>
              </a:ext>
            </a:extLst>
          </p:cNvPr>
          <p:cNvSpPr txBox="1"/>
          <p:nvPr/>
        </p:nvSpPr>
        <p:spPr>
          <a:xfrm>
            <a:off x="7138737" y="4731824"/>
            <a:ext cx="3473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b="1" dirty="0"/>
              <a:t>Platform Monitoring &amp; Analytics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E02AD92-7A0A-4D16-0D53-FFC9D0607D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39700" y="989805"/>
            <a:ext cx="5601494" cy="3687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938830D7-047B-CB23-ED6C-8A36F1B616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943076"/>
            <a:ext cx="5601493" cy="37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9848673"/>
      </p:ext>
    </p:extLst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0" y="268872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0521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 Successfully designed and developed </a:t>
            </a:r>
            <a:r>
              <a:rPr lang="en-IN" sz="1800" b="1" dirty="0" err="1"/>
              <a:t>IntelliPrint</a:t>
            </a:r>
            <a:r>
              <a:rPr lang="en-IN" sz="1800" b="1" dirty="0"/>
              <a:t> Nexus, an AI-Powered Campus Printing Network for intelligent print management.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 Integrated Artificial Intelligence, Machine Learning, Deep Learning, Computer Vision, and GPU Computing to automate document quality analysis and optimize printing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 Implemented intelligent queue prediction, smart printer allocation, secure digital payment, and QR Code–based document collection to enhance operational efficiency.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 Reduced manual intervention, minimized waiting time, improved resource utilization, and delivered a seamless printing experience for students and print shop owners.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 Established a scalable and modular platform that supports future enhancements including cloud deployment, IoT-enabled smart printers, mobile applications, predictive maintenance, and Large Language Model (LLM) integration.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b="1" dirty="0"/>
              <a:t> Demonstrated the practical application of NVIDIA GPU Computing and Modern AI Technologies in solving a real-world Smart Campus problem.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16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8308</TotalTime>
  <Words>1006</Words>
  <Application>Microsoft Office PowerPoint</Application>
  <PresentationFormat>Widescreen</PresentationFormat>
  <Paragraphs>134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AI Centre of Excellence (Accelerated by NVIDIA)         Presidency University | NVIDIA | H200 GPU Computing</vt:lpstr>
      <vt:lpstr>Technical Competencies Acquired During Internship </vt:lpstr>
      <vt:lpstr>PowerPoint Presentation</vt:lpstr>
      <vt:lpstr>PowerPoint Presentation</vt:lpstr>
      <vt:lpstr>Objectives of the work</vt:lpstr>
      <vt:lpstr>Methodology Used – Project Workflow        Proposed IntelliPrint Nexus Solution </vt:lpstr>
      <vt:lpstr>Methodology Used – System Architecture</vt:lpstr>
      <vt:lpstr>Methodology Used – AI Processing</vt:lpstr>
      <vt:lpstr>Technology Stack</vt:lpstr>
      <vt:lpstr>Results 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Brahmi Rao</cp:lastModifiedBy>
  <cp:revision>944</cp:revision>
  <cp:lastPrinted>2018-07-24T06:37:20Z</cp:lastPrinted>
  <dcterms:created xsi:type="dcterms:W3CDTF">2018-06-07T04:06:17Z</dcterms:created>
  <dcterms:modified xsi:type="dcterms:W3CDTF">2026-08-01T17:52:06Z</dcterms:modified>
</cp:coreProperties>
</file>